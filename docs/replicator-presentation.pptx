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9260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HADOOP EXPLORER PLATFORM • ИНФРАСТРУКТУРА ДАННЫХ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Hadoop gRPC Replicator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Высокоскоростная межкластерная репликация HDFS и Hive Metastore с защитой от Split-Brain и иерархическим шейпером WAN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3383280" cy="13716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🚀 Высокая скорость gRPC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Потоковый стриминг Netty минуя YARN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Чанки по 4 МБ, сжатие Zstd/LZ4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Tar-Streaming мелких файлов &lt; 1 МБ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291840"/>
            <a:ext cx="3383280" cy="13716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32918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4747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🌐 Иерархический WAN Шейпер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Hierarchical Token Bucket шейпинг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Лимиты Global, DC-DC и Cluster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Рантайм-применение за &lt; 1 секунды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291840"/>
            <a:ext cx="3383280" cy="13716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2918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4747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🛡️ Disaster Recovery Hub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Аварийный останов Kill-Switch (0 МБ/с)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Безопасный откат Unfence без перезаписи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1-Click Reverse Replication (DC2 ➔ DC1)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3383280" cy="13716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33832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🏛️ Hive Metastore CDC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Потоковый захват NOTIFICATION_LOG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Inotify Lease HA без гонок стримов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HDFS Federation NameService translation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3716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4846320"/>
            <a:ext cx="338328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🔐 Enterprise Безопасность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Kerberos SPNEGO SSO и LDAP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Keytab изоляция + UGI Proxy User doAs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Полный аудит в Apache Ranger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846320"/>
            <a:ext cx="3383280" cy="13716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4846320"/>
            <a:ext cx="338328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5029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💻 Реактивный Web UI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Svelte 5 SPA, мониторинг скорости (⚡)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Расчет ETA и прогресса в реальном времени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История запусков и Retention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ПРЕДПОСЫЛКИ И МОТИВАЦИЯ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Почему Apache DistCp больше не решает задачи бизнеса?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Классический стек межкластерного копирования Hadoop (MapReduce DistCp) создает критические риски в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2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236415"/>
              </a:tblGrid>
              <a:tr h="71628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Фактор деградации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Проблема классического DistCp (MapReduce)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Архитектурный ответ Hadoop Replicator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Конкуренция за YARN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DistCp запускает тяжелый MR Job; отбирает ресурсы у бизнес-пайплайнов Spark/Flink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Zero YARN footprint: независимые легковесные демоны на DataNode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Неуправляемый WAN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Забивает межЦОДную магистраль; нет иерархических квот, деградируют клиентские API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Hierarchical Token Bucket: рантайм-шейпинг Global, DC-DC и Cluster за &lt; 1 сек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Шторм мелких файлов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Файлы &lt; 1 МБ вызывают дисковый bottleneck и перегрузку NameNode RPC сессиями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Tar-Streaming на лету: упаковка в виртуальный поток с прямой распаковкой в память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Метаданные Hive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Копирует только сырые файлы HDFS; схемы и партиции требуют ручных выгрузок DDL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HMS CDC Engine: потоковый захват событий из NOTIFICATION_LOG и авто-накатывание DDL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Риск Split-Brain в DR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Нет сетевого ограждения; случайный запуск после сбоя затирает свежие данные на резерве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DR Failover Hub: сетевой барьер 0 МБ/с, безопасный Unfence и Reverse Replication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АРХИТЕКТУРА СИСТЕМЫ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Архитектура всей конструкции: Control Plane vs Data Plane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Строгое разделение управляющего контура и прямой потоковой gRPC-магистрали между агентами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3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⚙️ Control Plane (Orchestrator)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Технологии: Java 21 LTS, Spring Boot 3.3.4, Spring Data JPA, PostgreSQL / SQLite.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Порт сервиса: 8005 (REST API, SSE подписки, раздача собранного Svelte 5 SPA).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Job Scheduler: Встроенный Cron Scheduler (ReplicationScheduler) для регламентных синхронизаций.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TokenBucketThrottler: Централизованный потокобезопасный координатор сетевых квот.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Inotify Lease Coordinator: Распределенный эксклюзивный лизинг CDC схем для предотвращения дублирования.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Split-Brain State Machine: Гарантирует целостность состояний при авариях ЦОД и снимках Snapshot.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8463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⚡ Data Plane (Worker &amp; Receiver Agents)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Технологии: Java 21 LTS, gRPC / Protobuf, Netty, Hadoop Client API.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Порт gRPC: 50051 (mTLS / TLSv1.3 шифрование канала, Zero-Copy передача).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Стриминг чанками: Передача файлов блоками по 4 МБ со сквозным контролем хэша SHA-256.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Прямой HDFS I/O: Чтение из локального HDFS и запись в целевой HDFS через Proxy User doAs.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HMS Thrift Connector: Локальное обращение к Hive Metastore по LAN (порт 9083 Thrift).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Автономность: Агенты завершают передачу текущего блока даже при перезапуске Оркестратора.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УПРАВЛЕНИЕ ПОЛОСОЙ ПРОПУСКАНИЯ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Топология ЦОД и иерархический шейпер (Hierarchical Token Bucket)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Многоуровневый контроль полосы WAN исключает деградацию клиентских сервисов компании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4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38912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438912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0233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🎯 3 Уровня сетевого контроля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Global WAN Cap: Общий лимит всей инфраструктуры (напр. 120 МБ/с).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DC-DC WAN Limit: Магистральный канал между ЦОД (напр. DC1 ➔ DC2: 100 МБ/с).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HDFS-HDFS Limit: Квоты между парами кластеров (напр. 60 МБ/с и 40 МБ/с).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4389120" cy="2103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438912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0233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⚡ Формула расчета задержки чанка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delay = max(delay_global, delay_dc_dc, delay_hdfs_hdfs)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Воркер засыпает по самому узкому горлышку маршрута.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Рантайм-применение: изменение лимита оператором в UI вступает в силу за &lt; 1 сек без перезапуска воркеров!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1737360"/>
            <a:ext cx="603504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_topology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810512"/>
            <a:ext cx="5888736" cy="36804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571500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Раздел «Топология ЦОД и Полоса»: шейпер Token Bucket (DC-DC, HDFS-HDFS, Global)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БЕЗОПАСНОСТЬ И ДОСТУП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Единый вход (SPNEGO SSO / LDAP) и ролевая модель (RBAC)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Бесшовная интеграция в корпоративный домен безопасности платформы Hadoop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5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38912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438912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0233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🔑 Способы входа в систему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Kerberos SPNEGO SSO: Бесшовный вход в 1 клик по билету ОС.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LDAP / Active Directory: Авторизация по корпоративным учеткам.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Демо-профили: Быстрое переключение тестовых ролей (ADM/RW/RO).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4389120" cy="2103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43891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0233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👥 Ролевая модель (RBAC)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ADMIN (admin_user): Управление всеми задачами, Kill-Switch, лимитами.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WRITER (de_user): Создание задач в рамках назначенных квот.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READER (analyst_user): Режим наблюдателя (Read-Only) без права мутаций.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1737360"/>
            <a:ext cx="603504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1_login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810512"/>
            <a:ext cx="5888736" cy="36804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571500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Экран аутентификации LDAP &amp; Kerberos SSO с профилями быстрого переключения ролей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HDFS DATA PLANE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Протокол передачи данных, Zero-Staging и Tar-Streaming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Инженерные решения для надежной и быстрой передачи петабайтных объемов без мусора в хранилище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6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📦 Tar-Streaming мелких файлов (&lt; 1 MB)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Файлы &lt; 1 МБ пакуются в виртуальный TAR-поток на лету в RAM.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Передаются единым непрерывным gRPC-стримом.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Приемник на лету распаковывает стрим прямо в HDFS (Zero Disk I/O).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🔒 Zero-Staging и Атомарная фиксация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Одиночные файлы пишутся во временный файл targetPath + '._staging_'.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Потоковый расчет контрольной суммы SHA-256.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После совпадения хэша — мгновенный атомарный fs.rename().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🗜️ Wire Compression (Zstd / LZ4)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Почанковое сжатие трафика в канале WAN на лету.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Экономия 40–80% полосы на CSV, JSON, логах и дампах БД.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Авто-отключение для Parquet/ORC для экономии CPU узлов.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23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2336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🧹 4-уровневый HDFS Garbage Collector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Реактивная очистка staging-файлов при разрыве соединения.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Предстартовая очистка перед повторным запуском задачи.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Периодический демон каждые 15 мин удаляет сироты старше 30 мин.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Главная панель HDFS Replication и создание задач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Реактивный мониторинг прогресса, динамический расчет ETA и мастер создания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7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1051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Главная панель: интерактивные фильтры статусов, скорость (⚡ МБ/с), ETA и таблица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create_job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1051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7150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Мастер создания задачи: выбор путей, расписания Cron и Kerberos doAs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АНАЛИТИКА И АУДИТ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История запусков задачи и политика хранения (Retention)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Полная прозрачность каждого периодического запуска с контролем объема базы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8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38912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438912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0233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📜 Детальный журнал выполнений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Хронология: номер запуска (#1, #2...), статус и источник (Шедулер/Ручной).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Тайминги: время старта, финиша и длительность с точностью до секунды.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Метрики: переданный объем и эффективная скорость передачи (⚡ МБ/с).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4389120" cy="2103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43891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0233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⚙️ Retention Policy в рантайме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Динамическая настройка глубины хранения (от 1 до 500 запусков).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Кнопка «Применить лимит» мгновенно удаляет устаревшие записи из БД.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База данных оркестратора защищена от разрастания при частых запусках.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1737360"/>
            <a:ext cx="603504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5_job_history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810512"/>
            <a:ext cx="5888736" cy="36804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571500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Модальное окно Job Runs History: KPI задачи, журнал выполнений и динамический Retention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МЕТАДАННЫЕ DATA LAKE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Репликация Hive Metastore: CDC и Inotify Lease HA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Непрерывная синхронизация баз и таблиц Hive без потери позиции и гонок между воркерами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9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🏛️ Потоковый CDC (NotificationLog)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Source Agent автономно опрашивает NOTIFICATION_LOG Hive Metastore.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События ADD_PARTITION, CREATE_TABLE передаются по gRPC.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Target Agent применяет DDL локально с гарантией deleteData = false.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🔒 Inotify Lease HA (Без гонок)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Каждая схема захватывается ровно одним агентом (Lease на 60 сек).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Авто-продление аренды при рапорте прогресса last_event_id.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При сбое воркера другой агент пула перехватывает стрим без потерь.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🌐 HDFS Federation Mapping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Трансляция URI в путях партиций: hdfs://ns-dc1/ ➔ hdfs://ns-dc2/.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Поддержка правил сопоставления федерации (federation-mappings).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Корректная перелинковка sdLocation на целевой кластер.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23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2336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🛡️ Non-ACID Gate &amp; Изоляция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External и Non-Transactional таблицы реплицируются потоково.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ACID transactional таблицы безопасно пропускаются (SKIPPED_ACID).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HDFS саб-джобы переноса скрыты из основного списка репликатора.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Раздел HMS Replication: мониторинг схем и Re-bootstrap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Управление непрерывной потоковой CDC-репликацией схем Hive Metastore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10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hms_replic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1051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Консоль HMS Replication: статус CDC-стримеров, Event Lag и список схем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reate_hm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1051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7150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Мастер создания схемы: выбор баз, фильтр таблиц и Reconciliation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DISASTER RECOVERY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Проблема Split-Brain и риск деструктивной перезаписи данных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Почему простое снятие сетевой блокировки без защитной логики уничтожает данные компании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11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11887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10728655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3628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1. Штатный режим: DC1 (Primary) ➔ DC2 (Standby)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Данные и метаданные непрерывно синхронизируются из основного дата-центра в резервный.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10728655" cy="11887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017520"/>
            <a:ext cx="1072865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103628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2. Авария DC1 и переключение трафика на DC2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DC1 падает. Клиенты и ETL переключаются на DC2. Бизнес пишет свежие данные в DC2. DC1 отстает на всю дельту аварии!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97680"/>
            <a:ext cx="5212080" cy="17373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97680"/>
            <a:ext cx="52120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❌ Катастрофа наивного снятия блокировки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Если старые прямые задачи DC1 ➔ DC2 возобновятся автоматически: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Старый DC1 затрет или удалит свежие файлы на DC2!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Итог: Безвозвратная потеря бизнес-данных за время аварии.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297680"/>
            <a:ext cx="5212080" cy="17373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29768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48056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✅ Решение Hadoop Replicator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Снятие изоляции восстанавливает ТОЛЬКО сетевой канал (100 МБ/с).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Старые прямые задачи остаются STOPPED (защита от запуска).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Поток разворачивается через Reverse Replication (DC2 ➔ DC1).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РЕГЛАМЕНТ НЕПРЕРЫВНОСТИ БИЗНЕСА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5-фазный регламент Disaster Recovery (RPO → 0, RTO &lt; 5 мин)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Четкий сквозной алгоритм действий системы и оператора на протяжении всего инцидента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12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2011680"/>
                <a:gridCol w="1097280"/>
                <a:gridCol w="3870655"/>
              </a:tblGrid>
              <a:tr h="71628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Фаза регламента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Состояние DC1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Задачи DC1 ➔ DC2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Лимит канала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Действия оператора и системы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 Авария DC1 (Kill-Switch)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DOWN / FENCED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STOPPED (Cron OFF)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0 МБ/с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Кнопка Kill-Switch. Сетевой барьер 0 МБ/с, freeze задач, фиксация Snapshot.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2. Работа на DR площадке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OFFLINE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STOPPED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0 МБ/с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Бизнес пишет в DC2. На панели накапливается Delta Lag (непереданные байты/DDL).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3. Оживание DC1 (Unfence)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ALIVE (STANDBY)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STOPPED (Защищены!)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100 МБ/с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Кнопка Снять изоляцию. Восстанавливается ТОЛЬКО сеть. Старые задачи НЕ запускаются!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4. Догон дельты (Reverse)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RECEIVER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STOPPED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100 МБ/с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Кнопка Reverse Replication. Авто-генерация зеркал rev-* (DC2 ➔ DC1) до RPO = 0.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5. Возврат нагрузки (Failback)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SCHEDULED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100 МБ/с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Переключение трафика на DC1. Отзыв зеркал (Отозвать ↩). Возобновление штатного цикла.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DR Hub, аварийный Kill-Switch и сетевое ограждение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Наглядный мониторинг топологии и изоляция упавшей площадки в один клик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13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6692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disaster_recove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10512"/>
            <a:ext cx="5522976" cy="34518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Консоль DR &amp; Failover Hub: мониторинг доступности ЦОД, потока и суммарного лага дельты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754880" cy="2057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mergency_kill_switc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810512"/>
            <a:ext cx="4608576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347472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Модальное окно аварийного останова (Kill-Switch)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77639"/>
            <a:ext cx="4754880" cy="2057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disaster_recovery_fenced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050791"/>
            <a:ext cx="4608576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5714999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Индикация подавленного кластера (ПОДАВЛЕН 🔒 и тревожный баннер)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Безопасное снятие изоляции (Unfence) и Reverse Replication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Защита от случайных действий и автоматическая генерация встречных задач синхронизации дельты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14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rollback_unfenc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1051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Модальное окно Unfence: снятие сетевого барьера без возобновления старых задач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reverse_replicatio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1051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7150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Мастер Reverse Replication: разворот потока данных DC2 ➔ DC1 с подтверждением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ENTERPRISE SECURITY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Безопасность, Kerberos Context Isolation и Apache Ranger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Полное соблюдение корпоративных политик безопасности банковского и телеком-сектора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15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🔐 Kerberos Proxy User &amp; doAs имперсонация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Воркер аутентифицируется через системный keytab hdfs-replicator.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Операции выполняются под UGI автора: createProxyUser(user).doAs(...).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Пользователь не сможет скопировать данные, к которым нет прямого доступа.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🛡️ Полный аудит в Apache Ranger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Ranger фиксирует реальное имя создателя задачи репликации.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Запись в аудите: ugi: ivan_ivanov (auth:PROXY via hdfs-replicator).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Полная прозрачность для службы информационной безопасности (ИБ).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🔒 Data Transfer Protection (SASL)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Авто-конфигурация dfs.data.transfer.protection = integrity/privacy.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Шифрование канала передачи блоков DataNode по сети.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Исключение сбоев Connection reset на Kerberized-узлах.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23360"/>
            <a:ext cx="5212080" cy="2011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2336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🌐 Сквозной TLSv1.3 / mTLS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Шифрование управляющих REST API эндпоинтов по HTTPS.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Шифрование gRPC-магистрали между воркерами и приемниками.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Поддержка взаимной аутентификации по X.509 сертификатам (mTLS).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КОНКУРЕНТНЫЙ АНАЛИЗ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Сравнение с альтернативными решениями на рынке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Почему Hadoop gRPC Replicator превосходит существующие Open Source и коммерческие аналоги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16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920240"/>
                <a:gridCol w="1920240"/>
                <a:gridCol w="1920240"/>
                <a:gridCol w="1950415"/>
              </a:tblGrid>
              <a:tr h="53721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Возможность / Критерий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Apache DistCp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Apache Falcon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WANdisco Fusion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Hadoop Replicator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Нагрузка на YARN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Высокая (MapReduce)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Высокая (Oozie/MR)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Свой демон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Zero YARN (gRPC)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Иерархический шейпер WAN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Нет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Нет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Частичный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3 уровня в рантайме (&lt; 1с)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Tar-Streaming мелких файлов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Лимитирован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Нет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Задержки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Потоковый Tar на лету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CDC Hive Metastore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Нет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Только DDL скрипты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Сложный плагин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Inotify Lease HA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Защита от Split-Brain в DR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Ручная (Риск потери)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Ручная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Консенсус Paxos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Fencing + Reverse Hub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Веб-интерфейс и мониторинг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Только YARN UI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Устаревший UI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Тяжелый портал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Svelte 5 SPA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Стоимость владения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Бесплатно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Архив (EoL)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$100k+ / год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✅ Собственная платформа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DEVOPS &amp; PRODUCTION READINESS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Эксплуатация, мониторинг Prometheus и Smoke-тестирование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Полная прозрачность для инфраструктурных команд и дежурной смены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17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📊 Метрики Prometheus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Эндпоинт :8005/actuator/prometheus.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replication_bytes_total — переданный объем.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active_workers — число активных воркеров.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replication_transfer_rate_mb_s — скорость.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hms_replication_event_lag — лаг CDC.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fenced_clusters_count — число подавленных кластеров под Kill-Switch.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73736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💓 Health Checks &amp; Liveness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Стандарты облачного развертывания.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/actuator/health/liveness — статус работы JVM.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/actuator/health/readiness — готовность к приему трафика.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Интеграция с Kubernetes Ingress и внешними балансировщиками (HAProxy/Nginx).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37360"/>
            <a:ext cx="3383280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73736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🧪 Docker Smoke Tests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Скрипт ./demo/replicator/run-smoke-tests.sh.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Развертывание 2 изолированных Hadoop ЦОД.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Проверка начального Bootstrap данных.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Проверка потокового CDC партиций Hive.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Верификация контрольных сумм SHA-256.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ЗАКЛЮЧЕНИЕ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Итоги и готовность к демонстрации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Hadoop gRPC Replicator переводит управление межкластерной репликацией на новый уровень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Hadoop gRPC Replicator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18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9260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🎯 Бизнес-эффект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Нулевое влияние репликации на YARN-очереди компании.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Защита критического корпоративного WAN-канала от деградации.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RPO ➔ 0 и RTO &lt; 5 минут при катастрофе основного дата-центра.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Полная согласованность данных HDFS и схем Hive Metastore.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9260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846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🛠️ Инженерные преимущества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Современный стек Java 21 LTS, Spring Boot 3, Netty gRPC.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Zero-Staging и Tar-Streaming мелких файлов без лишнего I/O.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Бесшовный откат с защитой от Split-Brain и деструктивной перезаписи.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</a:defRPr>
            </a:pPr>
            <a:r>
              <a:t>• Удобный, отзывчивый интерфейс Svelte 5 с темной темой.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10728655" cy="118872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Спасибо за внимание! Вопросы и демонстрация стенда</a:t>
            </a:r>
          </a:p>
          <a:p>
            <a:pPr algn="ctr">
              <a:defRPr sz="1100">
                <a:solidFill>
                  <a:srgbClr val="06B6D4"/>
                </a:solidFill>
              </a:defRPr>
            </a:pPr>
            <a:r>
              <a:t>Готовы перейти к демонстрации живой работы сервиса на локальном демо-стенде (http://localhost:8005)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