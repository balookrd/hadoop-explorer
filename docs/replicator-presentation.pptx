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92608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6459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HADOOP EXPLORER PLATFORM • СИСТЕМНАЯ АРХИТЕКТУРА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Hadoop gRPC Replicator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Архитектура развертывания («Что куда ставится») и сетевые потоки («Как ходит трафик»)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47472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🏢 Что куда устанавливается?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Control Plane (Orchestrator): Stateless Active-Active кластер (VM / K8s). Порты 8005 (REST/UI) и 50050 (gRPC).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(Replicator Agents): устанавливаются в каждом ЦОД на узлы DataNode или Edge/Gateway на Virtual Threads.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Hadoop узлы: NameNode, DataNodes, HMS работают в штатном режиме без плагинов.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347472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🌐 Как ходит трафик данных?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Прямой gRPC WAN стрим: Agent DC1 ➔ Agent DC2 (:50051) минуя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НЕ качает байты через себя (чистый координатор Control Plane).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Чанки по 4 МБ, Tar-Streaming с Directory Cache NameNode, HMAC аттестация, SHA-256.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347472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Сеть и Disaster Recovery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В межЦОДном фаерволе открывается ТОЛЬКО один порт: TCP 50051 (mTLS).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Иерархический шейпер Token Bucket с кластерным скейлингом и адаптивным лизингом.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Авария и DR: Fencing Tokens, Kill-Switch (0 МБ/с) и разворот Reverse Replication (DC2 ➔ DC1).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ГЕНЕРАЛЬНАЯ СХЕМА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Архитектура развертывания и потоки трафика (Deployment &amp; Data Flow)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Физическое размещение компонентов в ЦОД, роли узлов, порты фаервола и направления сетевых потоков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deployment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60348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ТОПОЛОГИЯ РАЗМЕЩЕНИЯ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Что куда устанавливается (Component Placement Map)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Детальная спецификация хостов, контейнеров и ролей в инфраструктуре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Control Plane Host (Orchestrator)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Active-Active кластер на VM или Kubernetes Pods.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replicator-orchestrator (Java 21 LTS / Spring Boot 3).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Порты: 8005 (REST API, SSE, UI Svelte 5) и 50050 (gRPC Control Plane).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База данных: PostgreSQL с таблицами agent_registry, bandwidth_limits, cluster_lock.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⚠️ Роль: Координация, HMAC аттестация и Fencing Tokens. Файлы через него НЕ идут!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ЦОД-1 Узлы (Primary — Москва)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выделенные Edge Gateway узлы.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replicator-agent-dc1 (Java 21 Virtual Threads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Chroot Sandbox путей, неизменяемый krb5.conf, keytab hdfs-cluster-1.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Анализ Diff, Directory Cache, чтение pod UGI doAs, опрос NOTIFICATION_LOG, стриминг в WAN.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6908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ЦОД-2 Узлы (Standby / DR — Санкт-Петербург)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Edge Gateway узлы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replicator-agent-dc2 (Java 21 Virtual Threads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Chroot Sandbox путей, неизменяемый krb5.conf, keytab hdfs-cluster-2.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Прием 4 МБ чанков, tarUnpackExecutor, проверка isFileClosed, атомарный rename, DDL в HMS DC2.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06908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Рабочие станции инженеров и клиентов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Браузер пользователя (Chrome, Safari, Firefox).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Сетевой доступ: HTTPS :8005 к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Аутентификация: Kerberos SPNEGO SSO в 1 клик или LDAP логин/пароль.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API: BOLA/IDOR проверка владения задачами и постраничная пагинация (page/size).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СЕТЕВАЯ БЕЗОПАСНОСТЬ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Сетевая матрица портов и фаервола (Network Matrix)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Какие порты открываются в межЦОДных межсетевых экранах (WAN) и внутри дата-центров (LAN)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4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188720"/>
                <a:gridCol w="3962095"/>
                <a:gridCol w="146304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Направление трафика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Протокол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Порт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Назначение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Сетевой сегмент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DC1 ➔ Agent DC2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Прямая передача блоков HDFS и DDL пакетов HMS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DC2 ➔ Agent DC1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Обратная репликация Reverse Replication в DR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Браузер ➔ Orchestrator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HTTPS / HTTP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8005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Доступ к UI Svelte 5, REST API, SSE событиям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Corporate LAN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Agents ➔ Orchestrator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HTTP REST / gRPC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8005 / 50050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Heartbeat, Claim с HMAC аттестацией, координация квот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Management LAN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➔ NameNode (локально)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Hadoop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9000 / 8020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Листинг каталогов, Directory Cache, атомарный rename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➔ DataNodes (локально)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Data Transfer Protocol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9866 (SASL)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Прямое чтение и запись блоков HDFS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➔ Hive Metastore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Thrift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9083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Чтение NOTIFICATION_LOG (DC1) и применение DDL (DC2)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➔ Kerberos KDC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Kerberos AS/TGS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TCP/UDP 88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Получение тикетов по keytab техучетки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HDFS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файлов HDFS (Пошаговый цикл)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От анализа дельты до атомарного переименования в целевом кластере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5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1. Анализ дельты и планирование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1. Воркер в DC1 забирает подзадачу с валидацией HMAC-SHA256 подписи.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2. Запрашивает манифест у NameNode с кэшированием структуры в Directory Cache.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3. Одним gRPC вызовом GetDirectoryManifest запрашивает манифест у Agent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4. В памяти строится O(N) Diff: неизмененные файлы пропускаются (0 байт WAN!).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2. Чтение блоков и упаковка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5. Агент DC1 читает блоки из DataNodes DC1 (:9866) под UGI автора задачи (doAs).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6. Запрашивает разрешение на передачу у Token Bucket шейпера полосы.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7. Файлы &lt; 1 МБ пакуются в Tar-Stream с двухфазным коммитом через ._staging_&lt;jobId&gt;.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8. Файлы &gt;= 1 МБ нарезаются на чанки по 4 МБ со сжатием Zstd/LZ4.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3. Прямой gRPC WAN стриминг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9. Агент DC1 стримит чанки НАПРЯМУЮ в Agent DC2 (:50051 Netty Virtual Threads).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10. Никакие байты файлов НЕ проходят через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11. Потоковое вычисление контрольной суммы SHA-256 на обеих сторонах.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12. Скорость строго удерживается шейпером Token Bucket с кластерной координацией.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4. Zero-Staging и фиксация в HDFS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13. Агент DC2 пишет блоки в DataNodes DC2 (:9866), проверяя isFileClosed.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14. Сверка хэша SHA-256: при совпадении вызывается атомарный fs.rename().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15. Для мелких файлов Tar-Stream распаковывается виртуальными потоками tarUnpackExecutor.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16. Агент отправляет рапорты в Orchestrator через debounced буфер JobProgressBuffer.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METADATA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Hive Metastore (HMS CDC)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Потоковая передача DDL-событий с распределенным лизингом Inotify Lease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6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Захват эксклюзивной аренды (Lease)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запрашивает аренду схемы: POST /hms/lease/claim (Оркестратор).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выдает токен аренды с монотонным Epoch Fencing (RES-02).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Исключены гонки: ровно один воркер в кластере читает CDC-поток схемы.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При сбое воркера аренда протухает, и другой агент подхватывает стрим.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Локальный опрос NOTIFICATION_LOG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по LAN Thrift :9083 вычитывает события из Hive Metastore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События: CREATE_TABLE, ADD_PARTITION, ALTER_TABLE, DROP_PARTITION.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Non-ACID Gate: ACID transactional таблицы безопасно пропускаются.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Пакеты событий формируются пачками для минимизации RPC.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Передача пакетов DDL по WAN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передает пачку DDL в Agent DC2 по WAN :50051 (gRPC contract).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транслирует Federation NameService: hdfs://ns-dc1/ ➔ hdfs://ns-dc2/.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Перелинковка sdLocation на целевой кластер и генерация саб-джобов HDFS.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Изоляция сабтасок: перенос файлов партиций скрыт из основного списка.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Применение DDL и подтверждение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 LAN Thrift :9083 накатывает DDL в Hive Metastore DC2 с Ranger UGI doAs.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при DROP_TABLE флаг deleteData=false (файлы не стираются!).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подтверждает накат ➔ Агент DC1 рапортует прогресс в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Фиксация last_processed_event_id: позиция гарантированно сохранена.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DISASTER RECOVERY TRAFFIC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Потоки трафика в Disaster Recovery: Штатно vs Kill-Switch vs Reverse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 ведет себя сеть при аварии основного ЦОД и как разворачивается поток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7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Штатный режим (DC1 ➔ DC2)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Трафик клиентов: Направлен на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WAN: Поток идет от Agent DC1 в Agent DC2 (:50051).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Шейпер: Лимит 100 МБ/с с адаптивным лизингом и кластерным скейлингом.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HMS CDC: Стриминг дельты в DC2 под Epoch Fencing.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DC2 выступает пассивным Standby-приемником.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Авария DC1 и Kill-Switch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Событие: DC1 упал. Клиенты переключены на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Действие оператора: Нажатие 🛑 Kill-Switch.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Fencing Tokens: Монотонный токен эпохи в DistributedLockService.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сетевой барьер: Лимит канала ➔ 0 МБ/с (Fencing).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Задачи: Все прямые задачи заморожены (STOPPED, Cron OFF).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от Split-Brain: При оживании DC1 старые задачи НЕ запустятся!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Оживание DC1 и Reverse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Unfence: Снятие изоляции открывает сеть (100 МБ/с), задачи остаются STOPPED.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Reverse Replication: Нажатие 🔄 Reverse Replication.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РАЗВОРОТ ТРАФИКА: Agent DC2 становится Sender ➔ Agent DC1 (:50051 Receiver).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Догон дельты: DC2 выкачивает накопленные изменения обратно в DC1 до RPO=0.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Failback: Возврат клиентов на DC1, отзыв зеркал.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Топология ЦОД и управление полосой WAN в интерфейсе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Рантайм-управление квотами пропускной способности без перезапуска воркеров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8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topology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6711696" cy="41948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«Топология ЦОД и Полоса»: шейпер Token Bucket (DC-DC, HDFS-HDFS, Global)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691640"/>
            <a:ext cx="365760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691640"/>
            <a:ext cx="36576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856232"/>
            <a:ext cx="329184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Физика шейпинга в Data Plane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Внутри процесса каждого Replicator Agent перед отправкой 4 МБ чанка.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Как работает: Вычисление задержки по формуле max(global, dc_dc, hdfs_hdfs).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Реакция на мутацию: Оператор нажимает «Сохранить» в UI ➔ Оркестратор пушит лимит в кэш ➔ воркеры применяют за &lt; 1 сек.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WAN: Ни при каких обстоятельствах суммарный трафик репликации не превысит установленный потолок.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Главная панель управления HDFS и создание задач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скорости в реальном времени (⚡ МБ/с), расчет ETA и Kerberos doAs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9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ma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Главная панель HDFS Replication: статус задач, скорость (⚡), ETA и фильтры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create_job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задачи: пути, расписание Cron, UGI doAs имперсонация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Консоль репликации Hive Metastore (HMS Replication)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стримеров CDC, Event Lag и мастер создания схемы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10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hms_replic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HMS Replication: статус CDC-стримеров, Event Lag и список схем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create_hms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схемы: выбор баз, фильтр таблиц, Reconciliation опции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DR Hub, экстренный Kill-Switch и состояние сетевого ограждения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Интуитивный интерфейс дежурной смены при аварии дата-центра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11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6692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disaster_recover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522976" cy="34518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DR &amp; Failover Hub: доступность ЦОД, направление потока и суммарный лаг дельты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691640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emergency_kill_switch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764792"/>
            <a:ext cx="4608576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35204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Kill-Switch: подтверждение останова и сетевое ограждение (0 МБ/с)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3977639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_disaster_recovery_fenced_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4050791"/>
            <a:ext cx="4608576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75120" y="5806439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Индикация подавленного кластера: бейдж «ПОДАВЛЕН 🔒» и тревожный баннер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Безопасный откат (Unfence) и запуск Reverse Replication (DC2 ➔ DC1)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Восстановление сети без перезаписи резерва и автоматический разворот потока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_rollback_unfence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Unfence: снятие сетевого барьера без запуска старых задач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2_reverse_replication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Reverse Replication: разворот потока данных DC2 ➔ DC1 с подтверждением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ВНЕДРЕНИЕ В PRODUCTION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Рекомендации по сайзингу, развертыванию и фаерволу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Оптимальные архитектурные конфигурации для промышленного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🖥️ Сайзинг Orchestrator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Размещение: Выделенная VM или Kubernetes Pods (Active-Active).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CPU: 4–8 vCPU (Java 21 Virtual Threads).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RAM: 8–16 GB Heap.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Диск: 50–100 GB NVMe (PostgreSQL: agent_registry, bandwidth_limits, locks).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Сеть: 1 Gbps LAN (REST :8005 + gRPC :50050).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High Availability: Active-Active кластер с Fencing Tokens и общим пулом агентов.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Сайзинг Replicator Agents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Вариант 1 (Colocated): На DataNode узлах. Максимальный Zero-Copy перформанс.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Вариант 2 (Gateway): Edge-серверы 2–4 шт на ЦОД с 25G/40G сетевыми картами.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CPU: 8–16 vCPU (Netty gRPC на Virtual Threads + tarUnpackExecutor).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RAM: 16–32 GB Heap (Directory Cache NameNode + Netty off-heap).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Сеть: 10G / 25G / 40G NIC.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Масштабирование: Линейный скейлинг через персистентный реестр agent_registry.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Чеклист фаервола и ИБ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межЦОД: Открыть TCP 50051 (mTLS X.509 шифрование).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HMAC аттестация: SHA-256 подпись задач (TaskAttestationValidator).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Chroot Sandbox: Защита локальных путей (validateSandboxAccess).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Kerberos: Защита JVM krb5.conf и keytab с UGI Proxy doAs.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Ranger &amp; BOLA: Контроль политик и проверка прав владения в REST 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